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2aabd6c1b54924" /><Relationship Type="http://schemas.openxmlformats.org/officeDocument/2006/relationships/extended-properties" Target="/docProps/app.xml" Id="Ra7798b902c83458a" /><Relationship Type="http://schemas.openxmlformats.org/officeDocument/2006/relationships/officeDocument" Target="/ppt/presentation.xml" Id="R89afd11991c444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001b4c28ae4170"/>
  </p:sldMasterIdLst>
  <p:notesMasterIdLst>
    <p:notesMasterId xmlns:r="http://schemas.openxmlformats.org/officeDocument/2006/relationships" r:id="Rdf2724d340f64bf1"/>
  </p:notesMasterIdLst>
  <p:sldIdLst>
    <p:sldId xmlns:r="http://schemas.openxmlformats.org/officeDocument/2006/relationships" id="256" r:id="Ra331dae357aa468a"/>
    <p:sldId xmlns:r="http://schemas.openxmlformats.org/officeDocument/2006/relationships" id="257" r:id="R33e9591681e54f27"/>
    <p:sldId xmlns:r="http://schemas.openxmlformats.org/officeDocument/2006/relationships" id="258" r:id="Rca331c210cfa49fb"/>
    <p:sldId xmlns:r="http://schemas.openxmlformats.org/officeDocument/2006/relationships" id="259" r:id="R5711071ab67a45b0"/>
    <p:sldId xmlns:r="http://schemas.openxmlformats.org/officeDocument/2006/relationships" id="260" r:id="R16655ada46244108"/>
    <p:sldId xmlns:r="http://schemas.openxmlformats.org/officeDocument/2006/relationships" id="261" r:id="R08d61f7aac594bfc"/>
    <p:sldId xmlns:r="http://schemas.openxmlformats.org/officeDocument/2006/relationships" id="262" r:id="R4990a5022d4c44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8c7ae8b8c84368" /><Relationship Type="http://schemas.openxmlformats.org/officeDocument/2006/relationships/slideMaster" Target="/ppt/slideMasters/slideMaster1.xml" Id="Rb1001b4c28ae4170" /><Relationship Type="http://schemas.openxmlformats.org/officeDocument/2006/relationships/notesMaster" Target="/ppt/notesMasters/notesMaster1.xml" Id="Rdf2724d340f64bf1" /><Relationship Type="http://schemas.openxmlformats.org/officeDocument/2006/relationships/presProps" Target="/ppt/presProps.xml" Id="Rad4e145fe48f477f" /><Relationship Type="http://schemas.openxmlformats.org/officeDocument/2006/relationships/tableStyles" Target="/ppt/tableStyles.xml" Id="R9487ed5502f84921" /><Relationship Type="http://schemas.openxmlformats.org/officeDocument/2006/relationships/slide" Target="/ppt/slides/slide1.xml" Id="Ra331dae357aa468a" /><Relationship Type="http://schemas.openxmlformats.org/officeDocument/2006/relationships/slide" Target="/ppt/slides/slide2.xml" Id="R33e9591681e54f27" /><Relationship Type="http://schemas.openxmlformats.org/officeDocument/2006/relationships/slide" Target="/ppt/slides/slide3.xml" Id="Rca331c210cfa49fb" /><Relationship Type="http://schemas.openxmlformats.org/officeDocument/2006/relationships/slide" Target="/ppt/slides/slide4.xml" Id="R5711071ab67a45b0" /><Relationship Type="http://schemas.openxmlformats.org/officeDocument/2006/relationships/slide" Target="/ppt/slides/slide5.xml" Id="R16655ada46244108" /><Relationship Type="http://schemas.openxmlformats.org/officeDocument/2006/relationships/slide" Target="/ppt/slides/slide6.xml" Id="R08d61f7aac594bfc" /><Relationship Type="http://schemas.openxmlformats.org/officeDocument/2006/relationships/slide" Target="/ppt/slides/slide7.xml" Id="R4990a5022d4c44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3e8f9cfc6e49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1d7ecf75c74886" /><Relationship Type="http://schemas.openxmlformats.org/officeDocument/2006/relationships/notesMaster" Target="/ppt/notesMasters/notesMaster1.xml" Id="R4278cece239f49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0d3c9330cd42da" /><Relationship Type="http://schemas.openxmlformats.org/officeDocument/2006/relationships/notesMaster" Target="/ppt/notesMasters/notesMaster1.xml" Id="R344f0be0cbd14f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63365ae21847f3" /><Relationship Type="http://schemas.openxmlformats.org/officeDocument/2006/relationships/notesMaster" Target="/ppt/notesMasters/notesMaster1.xml" Id="Rdc41346d56014a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8d790231984e5d" /><Relationship Type="http://schemas.openxmlformats.org/officeDocument/2006/relationships/notesMaster" Target="/ppt/notesMasters/notesMaster1.xml" Id="R7258ba52b14a4b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c8adb88fa6401d" /><Relationship Type="http://schemas.openxmlformats.org/officeDocument/2006/relationships/notesMaster" Target="/ppt/notesMasters/notesMaster1.xml" Id="R8949148d95c84f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b2b54a6a6d497a" /><Relationship Type="http://schemas.openxmlformats.org/officeDocument/2006/relationships/notesMaster" Target="/ppt/notesMasters/notesMaster1.xml" Id="R694358a0fdfa4b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94d6d749c842f9" /><Relationship Type="http://schemas.openxmlformats.org/officeDocument/2006/relationships/notesMaster" Target="/ppt/notesMasters/notesMaster1.xml" Id="R680f7a6a42a84c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c34cee33c42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b96433882747b2" /><Relationship Type="http://schemas.openxmlformats.org/officeDocument/2006/relationships/slideLayout" Target="/ppt/slideLayouts/slideLayout1.xml" Id="R4c67f0c49d0544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67f0c49d0544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d00a9f5e64319" /><Relationship Type="http://schemas.openxmlformats.org/officeDocument/2006/relationships/notesSlide" Target="/ppt/notesSlides/notesSlide1.xml" Id="Redd4a95f1db54e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7d48ba3144c87" /><Relationship Type="http://schemas.openxmlformats.org/officeDocument/2006/relationships/notesSlide" Target="/ppt/notesSlides/notesSlide2.xml" Id="R181b7d097eff42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ae7eb1e614aae" /><Relationship Type="http://schemas.openxmlformats.org/officeDocument/2006/relationships/notesSlide" Target="/ppt/notesSlides/notesSlide3.xml" Id="Rd1e32b6af73849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deee4d7f74658" /><Relationship Type="http://schemas.openxmlformats.org/officeDocument/2006/relationships/notesSlide" Target="/ppt/notesSlides/notesSlide4.xml" Id="R6c61b921c33e4f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a143feaaf4af3" /><Relationship Type="http://schemas.openxmlformats.org/officeDocument/2006/relationships/notesSlide" Target="/ppt/notesSlides/notesSlide5.xml" Id="Ree8557c68b0f47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d6dbbfe874389" /><Relationship Type="http://schemas.openxmlformats.org/officeDocument/2006/relationships/notesSlide" Target="/ppt/notesSlides/notesSlide6.xml" Id="Rbe9369efa7a6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e30f1a3794a62" /><Relationship Type="http://schemas.openxmlformats.org/officeDocument/2006/relationships/notesSlide" Target="/ppt/notesSlides/notesSlide7.xml" Id="Re431ba12b2cf4b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D0A74-9B31-401A-9796-61228A45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00"/>
          </a:solidFill>
          <a:ln xmlns:a="http://schemas.openxmlformats.org/drawingml/2006/main" w="0">
            <a:solidFill>
              <a:srgbClr val="7CF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8995A-9137-4EFB-B6D8-FB4E0EFF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&gt;_ TERMINAL MEDIA DOWNLOADER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F41E2-7C38-4578-BB74-D9C17090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7CFF00"/>
                </a:solidFill>
              </a:defRPr>
            </a:pPr>
            <a:r>
              <a:rPr sz="6300" b="1">
                <a:solidFill>
                  <a:srgbClr val="7CFF00"/>
                </a:solidFill>
              </a:rPr>
              <a:t>DOWNIX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C10AC-5425-4E52-9518-732A6901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00"/>
          </a:solidFill>
          <a:ln xmlns:a="http://schemas.openxmlformats.org/drawingml/2006/main" w="0">
            <a:solidFill>
              <a:srgbClr val="7CFF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840DD-7C7E-4216-9809-7A059846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638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FF8"/>
                </a:solidFill>
              </a:defRPr>
            </a:pPr>
            <a:r>
              <a:rPr sz="2025" b="0">
                <a:solidFill>
                  <a:srgbClr val="F4FFF8"/>
                </a:solidFill>
              </a:rPr>
              <a:t>Descargas multimedia claras, rápidas y organizadas desde la terminal.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D4CC0-452D-42BB-B96D-4FF957C0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5A6"/>
                </a:solidFill>
              </a:defRPr>
            </a:pPr>
            <a:r>
              <a:rPr sz="1350" b="0">
                <a:solidFill>
                  <a:srgbClr val="9BB5A6"/>
                </a:solidFill>
              </a:rPr>
              <a:t>Termux · Kali Linux · Debian/Ubuntu · Fedora · 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B2921-DC49-437F-84DC-355F542C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62050"/>
            <a:ext cx="2952750" cy="3714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8110C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F400A-76C9-45D9-9596-F4B02FC6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FF00"/>
                </a:solidFill>
              </a:defRPr>
            </a:pPr>
            <a:r>
              <a:rPr sz="2100" b="1">
                <a:solidFill>
                  <a:srgbClr val="7CFF00"/>
                </a:solidFill>
              </a:rPr>
              <a:t>╔╦╗ ╔═╗ ╦ ╦</a:t>
            </a:r>
          </a:p>
          <a:p xmlns:a="http://schemas.openxmlformats.org/drawingml/2006/main">
            <a:pPr algn="ctr">
              <a:defRPr sz="2100" b="1">
                <a:solidFill>
                  <a:srgbClr val="7CFF00"/>
                </a:solidFill>
              </a:defRPr>
            </a:pPr>
            <a:r>
              <a:rPr sz="2100" b="1">
                <a:solidFill>
                  <a:srgbClr val="7CFF00"/>
                </a:solidFill>
              </a:rPr>
              <a:t> ║║ ║ ║ ║║║</a:t>
            </a:r>
          </a:p>
          <a:p xmlns:a="http://schemas.openxmlformats.org/drawingml/2006/main">
            <a:pPr algn="ctr">
              <a:defRPr sz="2100" b="1">
                <a:solidFill>
                  <a:srgbClr val="7CFF00"/>
                </a:solidFill>
              </a:defRPr>
            </a:pPr>
            <a:r>
              <a:rPr sz="2100" b="1">
                <a:solidFill>
                  <a:srgbClr val="7CFF00"/>
                </a:solidFill>
              </a:rPr>
              <a:t>═╩╝ ╚═╝ ╚╩╝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83D04-D31D-40B5-91C4-0F6C345F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D3EE"/>
                </a:solidFill>
              </a:defRPr>
            </a:pPr>
            <a:r>
              <a:rPr sz="1875" b="1">
                <a:solidFill>
                  <a:srgbClr val="22D3EE"/>
                </a:solidFill>
              </a:rPr>
              <a:t>MP3  ↓  MP4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E9175-F359-46BB-8D34-A165684E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14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FF8"/>
                </a:solidFill>
              </a:defRPr>
            </a:pPr>
            <a:r>
              <a:rPr sz="2025" b="1">
                <a:solidFill>
                  <a:srgbClr val="F4FFF8"/>
                </a:solidFill>
              </a:rPr>
              <a:t>$ down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789A0-1DE2-45A7-A925-DAF6FE19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by G4brun1x</a:t>
            </a:r>
          </a:p>
        </p:txBody>
      </p:sp>
    </p:spTree>
    <p:extLst>
      <p:ext uri="{BB962C8B-B14F-4D97-AF65-F5344CB8AC3E}">
        <p14:creationId xmlns:p14="http://schemas.microsoft.com/office/powerpoint/2010/main" val="1890546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D048C-1330-49D9-B214-B3DD2701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00"/>
          </a:solidFill>
          <a:ln xmlns:a="http://schemas.openxmlformats.org/drawingml/2006/main" w="0">
            <a:solidFill>
              <a:srgbClr val="7CF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50A7C-5AAA-4227-99DE-9C491D3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LA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2FCFC-67E0-4DF7-9E9B-A040F9C5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FF8"/>
                </a:solidFill>
              </a:defRPr>
            </a:pPr>
            <a:r>
              <a:rPr sz="3150" b="1">
                <a:solidFill>
                  <a:srgbClr val="F4FFF8"/>
                </a:solidFill>
              </a:rPr>
              <a:t>Una experiencia guiada sobre herramientas potentes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C8EAD-57F6-49C9-8476-A93F3253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98167-89CC-48D2-9E1F-EB7AA8B1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BB5A6"/>
                </a:solidFill>
              </a:defRPr>
            </a:pPr>
            <a:r>
              <a:rPr sz="1050" b="1">
                <a:solidFill>
                  <a:srgbClr val="9BB5A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5A1F9-9B17-4DC9-A9C7-9364FD4E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FF8"/>
                </a:solidFill>
              </a:defRPr>
            </a:pPr>
            <a:r>
              <a:rPr sz="1950" b="0">
                <a:solidFill>
                  <a:srgbClr val="F4FFF8"/>
                </a:solidFill>
              </a:rPr>
              <a:t>Downix convierte un flujo técnico en decisiones sencillas: enlace, formato, calidad y destino.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5F875-BD56-4310-8521-4B9AED36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173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EBAE9-1F26-4C37-9B1D-61A22E25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337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173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67747-750B-411C-B297-5141C0E9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173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8D2C0-3E80-4A88-9621-75A98422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FF00"/>
                </a:solidFill>
              </a:defRPr>
            </a:pPr>
            <a:r>
              <a:rPr sz="1575" b="1">
                <a:solidFill>
                  <a:srgbClr val="7CFF0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927CD-CF48-4675-AC97-4DEF3D6D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FF8"/>
                </a:solidFill>
              </a:defRPr>
            </a:pPr>
            <a:r>
              <a:rPr sz="2025" b="1">
                <a:solidFill>
                  <a:srgbClr val="F4FFF8"/>
                </a:solidFill>
              </a:rPr>
              <a:t>Pega el enlace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6127D-07E5-4DCC-8B7E-69657805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B5A6"/>
                </a:solidFill>
              </a:defRPr>
            </a:pPr>
            <a:r>
              <a:rPr sz="1425" b="0">
                <a:solidFill>
                  <a:srgbClr val="9BB5A6"/>
                </a:solidFill>
              </a:rPr>
              <a:t>YouTube, Instagram, Facebook o Pinterest.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C7B65-E3EB-4BBF-BF1F-5FA26209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FF00"/>
                </a:solidFill>
              </a:defRPr>
            </a:pPr>
            <a:r>
              <a:rPr sz="1575" b="1">
                <a:solidFill>
                  <a:srgbClr val="7CFF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6735E-EA04-4ABB-B1A4-3ADD122A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FF8"/>
                </a:solidFill>
              </a:defRPr>
            </a:pPr>
            <a:r>
              <a:rPr sz="2025" b="1">
                <a:solidFill>
                  <a:srgbClr val="F4FFF8"/>
                </a:solidFill>
              </a:rPr>
              <a:t>Elige el formato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54820-64DA-4076-8A63-BD33383A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B5A6"/>
                </a:solidFill>
              </a:defRPr>
            </a:pPr>
            <a:r>
              <a:rPr sz="1425" b="0">
                <a:solidFill>
                  <a:srgbClr val="9BB5A6"/>
                </a:solidFill>
              </a:rPr>
              <a:t>Audio MP3 o video MP4 con calidad seleccionable.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91913-B3E1-46C1-A6E6-10325786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FF00"/>
                </a:solidFill>
              </a:defRPr>
            </a:pPr>
            <a:r>
              <a:rPr sz="1575" b="1">
                <a:solidFill>
                  <a:srgbClr val="7CFF0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10A55-3AB1-4A53-893E-55A081ED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FF8"/>
                </a:solidFill>
              </a:defRPr>
            </a:pPr>
            <a:r>
              <a:rPr sz="2025" b="1">
                <a:solidFill>
                  <a:srgbClr val="F4FFF8"/>
                </a:solidFill>
              </a:rPr>
              <a:t>Downix organiza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D7CAF-A228-4872-A3B9-D1022C2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7195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B5A6"/>
                </a:solidFill>
              </a:defRPr>
            </a:pPr>
            <a:r>
              <a:rPr sz="1425" b="0">
                <a:solidFill>
                  <a:srgbClr val="9BB5A6"/>
                </a:solidFill>
              </a:rPr>
              <a:t>Music y Video quedan separados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521452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03608-1608-4913-8665-EB13FDB0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00"/>
          </a:solidFill>
          <a:ln xmlns:a="http://schemas.openxmlformats.org/drawingml/2006/main" w="0">
            <a:solidFill>
              <a:srgbClr val="7CF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E2FCF-8839-49DC-9FB7-34EA9210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CAPACIDADES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4AA90-4320-43A7-81AF-EB9559F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FF8"/>
                </a:solidFill>
              </a:defRPr>
            </a:pPr>
            <a:r>
              <a:rPr sz="3150" b="1">
                <a:solidFill>
                  <a:srgbClr val="F4FFF8"/>
                </a:solidFill>
              </a:rPr>
              <a:t>Lo esencial está integrado en un solo comando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4C97C-C342-40D9-BCB2-F7DFEBEA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71B77-FEE0-48CE-BD48-56A70D46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BB5A6"/>
                </a:solidFill>
              </a:defRPr>
            </a:pPr>
            <a:r>
              <a:rPr sz="1050" b="1">
                <a:solidFill>
                  <a:srgbClr val="9BB5A6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02189-9E19-4A2A-BCCC-2FA589F9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AUDIO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CA91B-9DAB-48ED-962D-C618AEF3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FF8"/>
                </a:solidFill>
              </a:defRPr>
            </a:pPr>
            <a:r>
              <a:rPr sz="2100" b="1">
                <a:solidFill>
                  <a:srgbClr val="F4FFF8"/>
                </a:solidFill>
              </a:rPr>
              <a:t>128 · 192 · 256 · 320 kbps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1F61D-5631-472A-A45C-CE192200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B5A6"/>
                </a:solidFill>
              </a:defRPr>
            </a:pPr>
            <a:r>
              <a:rPr sz="1425" b="0">
                <a:solidFill>
                  <a:srgbClr val="9BB5A6"/>
                </a:solidFill>
              </a:rPr>
              <a:t>Extracción MP3, miniatura y metadatos.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0DF2C-7234-4742-9661-97E75E4A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26"/>
          </a:solidFill>
          <a:ln xmlns:a="http://schemas.openxmlformats.org/drawingml/2006/main" w="0">
            <a:solidFill>
              <a:srgbClr val="173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AB00E-65AD-4ED5-8C3F-DC2CD663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BAB14-2B4E-43CB-B612-8368D810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CFF00"/>
                </a:solidFill>
              </a:defRPr>
            </a:pPr>
            <a:r>
              <a:rPr sz="2550" b="1">
                <a:solidFill>
                  <a:srgbClr val="7CFF00"/>
                </a:solidFill>
              </a:rPr>
              <a:t>480p → 4K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2DE77-F9AD-43E6-B966-A214E39E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B5A6"/>
                </a:solidFill>
              </a:defRPr>
            </a:pPr>
            <a:r>
              <a:rPr sz="1425" b="0">
                <a:solidFill>
                  <a:srgbClr val="9BB5A6"/>
                </a:solidFill>
              </a:rPr>
              <a:t>Mejor calidad disponible y salida MP4.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DC210-5D88-4FC5-8D3E-0C4D63CB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26"/>
          </a:solidFill>
          <a:ln xmlns:a="http://schemas.openxmlformats.org/drawingml/2006/main" w="0">
            <a:solidFill>
              <a:srgbClr val="173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B093B-1608-4A55-BA14-7E0CF2AF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FF8"/>
                </a:solidFill>
              </a:defRPr>
            </a:pPr>
            <a:r>
              <a:rPr sz="1575" b="1">
                <a:solidFill>
                  <a:srgbClr val="F4FFF8"/>
                </a:solidFill>
              </a:rPr>
              <a:t>✓ Actualización de dependencias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E8FB8-7851-4C84-A7DA-12A93DCD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FF8"/>
                </a:solidFill>
              </a:defRPr>
            </a:pPr>
            <a:r>
              <a:rPr sz="1575" b="1">
                <a:solidFill>
                  <a:srgbClr val="F4FFF8"/>
                </a:solidFill>
              </a:rPr>
              <a:t>✓ Español / English persistente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52699-34C2-4A4F-BDEC-636D7188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FF8"/>
                </a:solidFill>
              </a:defRPr>
            </a:pPr>
            <a:r>
              <a:rPr sz="1575" b="1">
                <a:solidFill>
                  <a:srgbClr val="F4FFF8"/>
                </a:solidFill>
              </a:rPr>
              <a:t>✓ Explorador de archivos Android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2CB20-16DA-403C-A754-385C0E3B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FF8"/>
                </a:solidFill>
              </a:defRPr>
            </a:pPr>
            <a:r>
              <a:rPr sz="1575" b="1">
                <a:solidFill>
                  <a:srgbClr val="F4FFF8"/>
                </a:solidFill>
              </a:rPr>
              <a:t>✓ Interfaz adaptable a terminal</a:t>
            </a:r>
          </a:p>
        </p:txBody>
      </p:sp>
    </p:spTree>
    <p:extLst>
      <p:ext uri="{BB962C8B-B14F-4D97-AF65-F5344CB8AC3E}">
        <p14:creationId xmlns:p14="http://schemas.microsoft.com/office/powerpoint/2010/main" val="773624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FCADE-5657-4F5C-AB92-91B5CEA5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00"/>
          </a:solidFill>
          <a:ln xmlns:a="http://schemas.openxmlformats.org/drawingml/2006/main" w="0">
            <a:solidFill>
              <a:srgbClr val="7CF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F2341-B012-41F1-97CC-AD0AC346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51555-E946-4340-B473-E43C292B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FF8"/>
                </a:solidFill>
              </a:defRPr>
            </a:pPr>
            <a:r>
              <a:rPr sz="3150" b="1">
                <a:solidFill>
                  <a:srgbClr val="F4FFF8"/>
                </a:solidFill>
              </a:rPr>
              <a:t>Downix coordina un flujo modular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F8168-D184-4C53-BFEF-704584F3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1ECB3-5F7C-4047-82E0-92C46B52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BB5A6"/>
                </a:solidFill>
              </a:defRPr>
            </a:pPr>
            <a:r>
              <a:rPr sz="1050" b="1">
                <a:solidFill>
                  <a:srgbClr val="9BB5A6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51C40-9E6C-47D9-9D31-832DE2C5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790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26"/>
          </a:solidFill>
          <a:ln xmlns:a="http://schemas.openxmlformats.org/drawingml/2006/main" w="0">
            <a:solidFill>
              <a:srgbClr val="173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4BE45-DD94-423B-AA41-D8CA57D4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665AD-AEE0-4288-8043-4FED39C2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FF00"/>
                </a:solidFill>
              </a:defRPr>
            </a:pPr>
            <a:r>
              <a:rPr sz="1800" b="1">
                <a:solidFill>
                  <a:srgbClr val="7CFF00"/>
                </a:solidFill>
              </a:rPr>
              <a:t>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AAEA7-79C8-4F05-A2AF-E5E4759E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BB5A6"/>
                </a:solidFill>
              </a:defRPr>
            </a:pPr>
            <a:r>
              <a:rPr sz="1275" b="0">
                <a:solidFill>
                  <a:srgbClr val="9BB5A6"/>
                </a:solidFill>
              </a:rPr>
              <a:t>Entrada del usuario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5162C-D167-4099-9F7A-0F14567C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50237-2BF6-4AA9-A87E-89F7C4AC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71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D3EE"/>
                </a:solidFill>
              </a:defRPr>
            </a:pPr>
            <a:r>
              <a:rPr sz="1800" b="1">
                <a:solidFill>
                  <a:srgbClr val="22D3EE"/>
                </a:solidFill>
              </a:rPr>
              <a:t>DOWNIX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31E25-B88B-4715-B50B-13EBC080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BB5A6"/>
                </a:solidFill>
              </a:defRPr>
            </a:pPr>
            <a:r>
              <a:rPr sz="1275" b="0">
                <a:solidFill>
                  <a:srgbClr val="9BB5A6"/>
                </a:solidFill>
              </a:rPr>
              <a:t>Menú y reglas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4B1BC-49EA-404E-BED3-57D5136E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0035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3CC48-9CBE-4E0A-9D75-13142CFA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718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FF00"/>
                </a:solidFill>
              </a:defRPr>
            </a:pPr>
            <a:r>
              <a:rPr sz="1575" b="1">
                <a:solidFill>
                  <a:srgbClr val="7CFF00"/>
                </a:solidFill>
              </a:rPr>
              <a:t>yt-dlp + ffmpeg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A2B7A-E8F3-4926-AA51-433537B1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671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BB5A6"/>
                </a:solidFill>
              </a:defRPr>
            </a:pPr>
            <a:r>
              <a:rPr sz="1275" b="0">
                <a:solidFill>
                  <a:srgbClr val="9BB5A6"/>
                </a:solidFill>
              </a:rPr>
              <a:t>Descarga y conversión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9B45A-21EF-44F1-9ECC-0C0DDC23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57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D9CE4-E0BE-4F40-AA96-13B4309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Music / Video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0C0E5-647F-4C32-B29C-128EA1D1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671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BB5A6"/>
                </a:solidFill>
              </a:defRPr>
            </a:pPr>
            <a:r>
              <a:rPr sz="1275" b="0">
                <a:solidFill>
                  <a:srgbClr val="9BB5A6"/>
                </a:solidFill>
              </a:rPr>
              <a:t>Download/Downix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18103-3800-4CC5-A7BD-BBA84F7A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CFF00"/>
                </a:solidFill>
              </a:defRPr>
            </a:pPr>
            <a:r>
              <a:rPr sz="2550" b="1">
                <a:solidFill>
                  <a:srgbClr val="7CFF0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1FD30-829A-4F10-BD24-DF837822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00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CFF00"/>
                </a:solidFill>
              </a:defRPr>
            </a:pPr>
            <a:r>
              <a:rPr sz="2550" b="1">
                <a:solidFill>
                  <a:srgbClr val="7CFF00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8DA99-E327-4D56-AD41-ACD496D7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CFF00"/>
                </a:solidFill>
              </a:defRPr>
            </a:pPr>
            <a:r>
              <a:rPr sz="2550" b="1">
                <a:solidFill>
                  <a:srgbClr val="7CFF00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40360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5FF9C-5F5C-4803-82EF-EEF5699D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00"/>
          </a:solidFill>
          <a:ln xmlns:a="http://schemas.openxmlformats.org/drawingml/2006/main" w="0">
            <a:solidFill>
              <a:srgbClr val="7CF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4DAF4-C37D-44E8-AF3F-95553011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EXPERIENCIA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21B49-4E67-4ADA-962F-E0CFE0C5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FF8"/>
                </a:solidFill>
              </a:defRPr>
            </a:pPr>
            <a:r>
              <a:rPr sz="3150" b="1">
                <a:solidFill>
                  <a:srgbClr val="F4FFF8"/>
                </a:solidFill>
              </a:rPr>
              <a:t>Diseñado para sentirse nativo en Termux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9F20D-44A8-488E-9045-215B75FD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480F6-0320-4273-9002-3EEB6FF4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BB5A6"/>
                </a:solidFill>
              </a:defRPr>
            </a:pPr>
            <a:r>
              <a:rPr sz="1050" b="1">
                <a:solidFill>
                  <a:srgbClr val="9BB5A6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35FFD-D714-428C-A2A7-B4B05EB8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55245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020403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DEF26-B324-4B8C-B10D-EE59978A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CFF00"/>
                </a:solidFill>
              </a:defRPr>
            </a:pPr>
            <a:r>
              <a:rPr sz="1575" b="0">
                <a:solidFill>
                  <a:srgbClr val="7CFF00"/>
                </a:solidFill>
              </a:rPr>
              <a:t>&gt;&gt;&gt; D O W N I X &lt;&lt;&lt;</a:t>
            </a:r>
          </a:p>
          <a:p xmlns:a="http://schemas.openxmlformats.org/drawingml/2006/main">
            <a:pPr algn="l">
              <a:defRPr sz="1575" b="0">
                <a:solidFill>
                  <a:srgbClr val="7CFF00"/>
                </a:solidFill>
              </a:defRPr>
            </a:pPr>
            <a:r>
              <a:rPr sz="1575" b="0">
                <a:solidFill>
                  <a:srgbClr val="7CFF00"/>
                </a:solidFill>
              </a:rPr>
              <a:t>♪ MP3  ↓  MP4 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7CFF00"/>
                </a:solidFill>
              </a:defRPr>
            </a:pPr>
            <a:r>
              <a:rPr sz="1575" b="0">
                <a:solidFill>
                  <a:srgbClr val="7CFF00"/>
                </a:solidFill>
              </a:rPr>
              <a:t>[1] Audio MP3</a:t>
            </a:r>
          </a:p>
          <a:p xmlns:a="http://schemas.openxmlformats.org/drawingml/2006/main">
            <a:pPr algn="l">
              <a:defRPr sz="1575" b="0">
                <a:solidFill>
                  <a:srgbClr val="7CFF00"/>
                </a:solidFill>
              </a:defRPr>
            </a:pPr>
            <a:r>
              <a:rPr sz="1575" b="0">
                <a:solidFill>
                  <a:srgbClr val="7CFF00"/>
                </a:solidFill>
              </a:rPr>
              <a:t>[2] Video MP4</a:t>
            </a:r>
          </a:p>
          <a:p xmlns:a="http://schemas.openxmlformats.org/drawingml/2006/main">
            <a:pPr algn="l">
              <a:defRPr sz="1575" b="0">
                <a:solidFill>
                  <a:srgbClr val="7CFF00"/>
                </a:solidFill>
              </a:defRPr>
            </a:pPr>
            <a:r>
              <a:rPr sz="1575" b="0">
                <a:solidFill>
                  <a:srgbClr val="7CFF00"/>
                </a:solidFill>
              </a:rPr>
              <a:t>[3] Explorar descargas</a:t>
            </a:r>
          </a:p>
          <a:p xmlns:a="http://schemas.openxmlformats.org/drawingml/2006/main">
            <a:pPr algn="l">
              <a:defRPr sz="1575" b="0">
                <a:solidFill>
                  <a:srgbClr val="7CFF00"/>
                </a:solidFill>
              </a:defRPr>
            </a:pPr>
            <a:r>
              <a:rPr sz="1575" b="0">
                <a:solidFill>
                  <a:srgbClr val="7CFF00"/>
                </a:solidFill>
              </a:rPr>
              <a:t>[4] Actualizar dependencias</a:t>
            </a:r>
          </a:p>
          <a:p xmlns:a="http://schemas.openxmlformats.org/drawingml/2006/main">
            <a:pPr algn="l">
              <a:defRPr sz="1575" b="0">
                <a:solidFill>
                  <a:srgbClr val="7CFF00"/>
                </a:solidFill>
              </a:defRPr>
            </a:pPr>
            <a:r>
              <a:rPr sz="1575" b="0">
                <a:solidFill>
                  <a:srgbClr val="7CFF00"/>
                </a:solidFill>
              </a:rPr>
              <a:t>[5] Cambiar idioma</a:t>
            </a:r>
          </a:p>
          <a:p xmlns:a="http://schemas.openxmlformats.org/drawingml/2006/main">
            <a:pPr algn="l">
              <a:defRPr sz="1575" b="0">
                <a:solidFill>
                  <a:srgbClr val="7CFF00"/>
                </a:solidFill>
              </a:defRPr>
            </a:pPr>
            <a:r>
              <a:rPr sz="1575" b="0">
                <a:solidFill>
                  <a:srgbClr val="7CFF00"/>
                </a:solidFill>
              </a:rPr>
              <a:t>[0] Salir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24A08-A1D7-43D0-A6A9-3575B98E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8"/>
                </a:solidFill>
              </a:defRPr>
            </a:pPr>
            <a:r>
              <a:rPr sz="2325" b="1">
                <a:solidFill>
                  <a:srgbClr val="F4FFF8"/>
                </a:solidFill>
              </a:rPr>
              <a:t>Una interfaz con identidad propia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ADAF7-C34C-4F8F-888B-7C282C6B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BB5A6"/>
                </a:solidFill>
              </a:defRPr>
            </a:pPr>
            <a:r>
              <a:rPr sz="1650" b="0">
                <a:solidFill>
                  <a:srgbClr val="9BB5A6"/>
                </a:solidFill>
              </a:rPr>
              <a:t>El wordmark compacto evita quiebres al aumentar la fuente. El idioma elegido permanece guardado y el explorador utiliza Android directamente.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1598A-EEC5-4D86-998A-19F05557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9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ES  ⇄  EN</a:t>
            </a:r>
          </a:p>
        </p:txBody>
      </p:sp>
    </p:spTree>
    <p:extLst>
      <p:ext uri="{BB962C8B-B14F-4D97-AF65-F5344CB8AC3E}">
        <p14:creationId xmlns:p14="http://schemas.microsoft.com/office/powerpoint/2010/main" val="1880898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0BE71-3BC0-494A-94EC-58CD1CFA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00"/>
          </a:solidFill>
          <a:ln xmlns:a="http://schemas.openxmlformats.org/drawingml/2006/main" w="0">
            <a:solidFill>
              <a:srgbClr val="7CF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4E880-7546-4D7B-9549-DB4D8777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REPOSITORIO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BA860-355F-4215-B7CF-1BAE916F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FF8"/>
                </a:solidFill>
              </a:defRPr>
            </a:pPr>
            <a:r>
              <a:rPr sz="3150" b="1">
                <a:solidFill>
                  <a:srgbClr val="F4FFF8"/>
                </a:solidFill>
              </a:rPr>
              <a:t>El proyecto está listo para crecer con disciplina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5451B-EB34-4273-A96F-78C12400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E71D4-8451-4D4A-BA0F-15C0A7C6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BB5A6"/>
                </a:solidFill>
              </a:defRPr>
            </a:pPr>
            <a:r>
              <a:rPr sz="1050" b="1">
                <a:solidFill>
                  <a:srgbClr val="9BB5A6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7AC19-5E48-4070-AC37-ADBADD9F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CFF00"/>
                </a:solidFill>
              </a:defRPr>
            </a:pPr>
            <a:r>
              <a:rPr sz="1950" b="1">
                <a:solidFill>
                  <a:srgbClr val="7CFF00"/>
                </a:solidFill>
              </a:rPr>
              <a:t>Código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942C1-576D-4DA5-B918-99E16E60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857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FF8"/>
                </a:solidFill>
              </a:defRPr>
            </a:pPr>
            <a:r>
              <a:rPr sz="1725" b="0">
                <a:solidFill>
                  <a:srgbClr val="F4FFF8"/>
                </a:solidFill>
              </a:rPr>
              <a:t>down</a:t>
            </a:r>
          </a:p>
          <a:p xmlns:a="http://schemas.openxmlformats.org/drawingml/2006/main">
            <a:pPr algn="l">
              <a:defRPr sz="1725" b="0">
                <a:solidFill>
                  <a:srgbClr val="F4FFF8"/>
                </a:solidFill>
              </a:defRPr>
            </a:pPr>
            <a:r>
              <a:rPr sz="1725" b="0">
                <a:solidFill>
                  <a:srgbClr val="F4FFF8"/>
                </a:solidFill>
              </a:rPr>
              <a:t>install.sh</a:t>
            </a:r>
          </a:p>
          <a:p xmlns:a="http://schemas.openxmlformats.org/drawingml/2006/main">
            <a:pPr algn="l">
              <a:defRPr sz="1725" b="0">
                <a:solidFill>
                  <a:srgbClr val="F4FFF8"/>
                </a:solidFill>
              </a:defRPr>
            </a:pPr>
            <a:r>
              <a:rPr sz="1725" b="0">
                <a:solidFill>
                  <a:srgbClr val="F4FFF8"/>
                </a:solidFill>
              </a:rPr>
              <a:t>uninstall.sh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9DBE3-D579-41FE-B00E-04DBFB76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D3EE"/>
                </a:solidFill>
              </a:defRPr>
            </a:pPr>
            <a:r>
              <a:rPr sz="1950" b="1">
                <a:solidFill>
                  <a:srgbClr val="22D3EE"/>
                </a:solidFill>
              </a:rPr>
              <a:t>Documentación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AF0A7-6CAF-4FF9-BE90-AD0CB465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2857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FF8"/>
                </a:solidFill>
              </a:defRPr>
            </a:pPr>
            <a:r>
              <a:rPr sz="1725" b="0">
                <a:solidFill>
                  <a:srgbClr val="F4FFF8"/>
                </a:solidFill>
              </a:rPr>
              <a:t>README.md</a:t>
            </a:r>
          </a:p>
          <a:p xmlns:a="http://schemas.openxmlformats.org/drawingml/2006/main">
            <a:pPr algn="l">
              <a:defRPr sz="1725" b="0">
                <a:solidFill>
                  <a:srgbClr val="F4FFF8"/>
                </a:solidFill>
              </a:defRPr>
            </a:pPr>
            <a:r>
              <a:rPr sz="1725" b="0">
                <a:solidFill>
                  <a:srgbClr val="F4FFF8"/>
                </a:solidFill>
              </a:rPr>
              <a:t>CHANGELOG.md</a:t>
            </a:r>
          </a:p>
          <a:p xmlns:a="http://schemas.openxmlformats.org/drawingml/2006/main">
            <a:pPr algn="l">
              <a:defRPr sz="1725" b="0">
                <a:solidFill>
                  <a:srgbClr val="F4FFF8"/>
                </a:solidFill>
              </a:defRPr>
            </a:pPr>
            <a:r>
              <a:rPr sz="1725" b="0">
                <a:solidFill>
                  <a:srgbClr val="F4FFF8"/>
                </a:solidFill>
              </a:rPr>
              <a:t>docs/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46514-E4D3-413C-B054-A2A5B66E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71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CFF00"/>
                </a:solidFill>
              </a:defRPr>
            </a:pPr>
            <a:r>
              <a:rPr sz="1950" b="1">
                <a:solidFill>
                  <a:srgbClr val="7CFF00"/>
                </a:solidFill>
              </a:rPr>
              <a:t>Gobernanza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67E21-9C6D-4061-9F74-834DC3E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FF8"/>
                </a:solidFill>
              </a:defRPr>
            </a:pPr>
            <a:r>
              <a:rPr sz="1725" b="0">
                <a:solidFill>
                  <a:srgbClr val="F4FFF8"/>
                </a:solidFill>
              </a:rPr>
              <a:t>SECURITY.md</a:t>
            </a:r>
          </a:p>
          <a:p xmlns:a="http://schemas.openxmlformats.org/drawingml/2006/main">
            <a:pPr algn="l">
              <a:defRPr sz="1725" b="0">
                <a:solidFill>
                  <a:srgbClr val="F4FFF8"/>
                </a:solidFill>
              </a:defRPr>
            </a:pPr>
            <a:r>
              <a:rPr sz="1725" b="0">
                <a:solidFill>
                  <a:srgbClr val="F4FFF8"/>
                </a:solidFill>
              </a:rPr>
              <a:t>CONTRIBUTING.md</a:t>
            </a:r>
          </a:p>
          <a:p xmlns:a="http://schemas.openxmlformats.org/drawingml/2006/main">
            <a:pPr algn="l">
              <a:defRPr sz="1725" b="0">
                <a:solidFill>
                  <a:srgbClr val="F4FFF8"/>
                </a:solidFill>
              </a:defRPr>
            </a:pPr>
            <a:r>
              <a:rPr sz="1725" b="0">
                <a:solidFill>
                  <a:srgbClr val="F4FFF8"/>
                </a:solidFill>
              </a:rPr>
              <a:t>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8D742-1A7A-4377-862A-F3E2918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26"/>
          </a:solidFill>
          <a:ln xmlns:a="http://schemas.openxmlformats.org/drawingml/2006/main" w="0">
            <a:solidFill>
              <a:srgbClr val="173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72114-3CA3-4581-8447-A5BCDA9A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FF8"/>
                </a:solidFill>
              </a:defRPr>
            </a:pPr>
            <a:r>
              <a:rPr sz="2100" b="1">
                <a:solidFill>
                  <a:srgbClr val="F4FFF8"/>
                </a:solidFill>
              </a:rPr>
              <a:t>MIT + autoría preservada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4E4C8-1247-4CC0-8271-658B32F9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B5A6"/>
                </a:solidFill>
              </a:defRPr>
            </a:pPr>
            <a:r>
              <a:rPr sz="1500" b="0">
                <a:solidFill>
                  <a:srgbClr val="9BB5A6"/>
                </a:solidFill>
              </a:rPr>
              <a:t>Copyright © 2026 G4brun1x · dependencias externas documentadas.</a:t>
            </a:r>
          </a:p>
        </p:txBody>
      </p:sp>
    </p:spTree>
    <p:extLst>
      <p:ext uri="{BB962C8B-B14F-4D97-AF65-F5344CB8AC3E}">
        <p14:creationId xmlns:p14="http://schemas.microsoft.com/office/powerpoint/2010/main" val="1453583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177F6-9ECE-48E6-8616-94B1CECE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00"/>
          </a:solidFill>
          <a:ln xmlns:a="http://schemas.openxmlformats.org/drawingml/2006/main" w="0">
            <a:solidFill>
              <a:srgbClr val="7CF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1C045-6268-49C4-A873-A16CCEA1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7CFF00"/>
                </a:solidFill>
              </a:defRPr>
            </a:pPr>
            <a:r>
              <a:rPr sz="4500" b="1">
                <a:solidFill>
                  <a:srgbClr val="7CFF00"/>
                </a:solidFill>
              </a:rPr>
              <a:t>DOWNIX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8A1CC-6411-4F11-AE75-3129FAC6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FF8"/>
                </a:solidFill>
              </a:defRPr>
            </a:pPr>
            <a:r>
              <a:rPr sz="2550" b="1">
                <a:solidFill>
                  <a:srgbClr val="F4FFF8"/>
                </a:solidFill>
              </a:rPr>
              <a:t>Un proyecto pequeño con una experiencia completa.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AAB86-B774-4651-932B-6182365E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D3EE"/>
                </a:solidFill>
              </a:defRPr>
            </a:pPr>
            <a:r>
              <a:rPr sz="1725" b="0">
                <a:solidFill>
                  <a:srgbClr val="22D3EE"/>
                </a:solidFill>
              </a:rPr>
              <a:t>Terminal-first · Bilingüe · Multiplataforma · Organizado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80EB4-813D-46CE-8BB1-17DF7195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7239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8110C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F61EC-6234-43AE-886D-C12C9DA5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CFF00"/>
                </a:solidFill>
              </a:defRPr>
            </a:pPr>
            <a:r>
              <a:rPr sz="1725" b="1">
                <a:solidFill>
                  <a:srgbClr val="7CFF00"/>
                </a:solidFill>
              </a:rPr>
              <a:t>$ gh repo create downix --public --source=. --push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2C84C-49EB-4439-899A-5136BA3D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BB5A6"/>
                </a:solidFill>
              </a:defRPr>
            </a:pPr>
            <a:r>
              <a:rPr sz="1800" b="0">
                <a:solidFill>
                  <a:srgbClr val="9BB5A6"/>
                </a:solidFill>
              </a:rPr>
              <a:t>Siguiente paso: publicar el repositorio y añadirlo al portafolio.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9046E-79EE-43F2-924D-3E080C67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8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C55E"/>
                </a:solidFill>
              </a:defRPr>
            </a:pPr>
            <a:r>
              <a:rPr sz="1350" b="1">
                <a:solidFill>
                  <a:srgbClr val="22C55E"/>
                </a:solidFill>
              </a:rPr>
              <a:t>G4brun1x</a:t>
            </a:r>
          </a:p>
        </p:txBody>
      </p:sp>
    </p:spTree>
    <p:extLst>
      <p:ext uri="{BB962C8B-B14F-4D97-AF65-F5344CB8AC3E}">
        <p14:creationId xmlns:p14="http://schemas.microsoft.com/office/powerpoint/2010/main" val="506167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2026-09-03T06:20:53.4980000Z</dcterms:created>
  <dcterms:modified xsi:type="dcterms:W3CDTF">2026-09-03T06:20:53.4980000Z</dcterms:modified>
</coreProperties>
</file>